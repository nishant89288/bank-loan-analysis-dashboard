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74" y="1014075"/>
            <a:ext cx="10685417" cy="564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22375"/>
            <a:ext cx="10763794" cy="57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36665"/>
            <a:ext cx="10789919" cy="569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7818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818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Century Gothic</vt:lpstr>
      <vt:lpstr>Lato Black</vt:lpstr>
      <vt:lpstr>Rockwell Extra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Nishant Kulkarni</cp:lastModifiedBy>
  <cp:revision>14</cp:revision>
  <dcterms:created xsi:type="dcterms:W3CDTF">2023-10-07T01:44:58Z</dcterms:created>
  <dcterms:modified xsi:type="dcterms:W3CDTF">2026-01-21T07:22:29Z</dcterms:modified>
</cp:coreProperties>
</file>