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B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DBFA-3603-645A-9EB2-BF18E33B1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B8327-55E4-1536-B4F6-FBD74A175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5BB0C-9460-BD86-EFB3-AB6659C2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60DD-6F9A-8C55-2C9B-5C4E70AD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434C2-C539-549B-C05C-B98518AC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24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1F88-B833-1200-D3CF-EE837B0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8CB8E-71BD-E0B3-64CF-7417B33BC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AA232-E33E-8A21-389D-F57473CF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C86FC-555E-1772-0A31-2E81D8C8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83072-3545-FC11-E0FE-8FC24CF2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65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7C800-8FF8-1209-480E-6D31FB4B1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770BE-4704-DD13-E41C-FDF47C5A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B303D-4232-4156-EED1-1723C75B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DEFFC-4535-7746-363E-449CCC41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B1815-6E61-12F0-67C6-5391B7A7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1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73CA-2221-B6BA-247A-67888D17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66AE0-2950-2E07-2ADF-40ECF430F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802A0-C2B1-90B6-E2F4-4DA17A2E1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C01AE-CCB7-63D9-CBBB-F645B0F4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62A61-4168-26CC-93B3-683820DD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4E477-B40D-8D3E-6DC2-1AC9B036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28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5982-7856-A120-897F-D70473069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D52EB-C6C9-14DB-C39F-05A13FAA7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939C4-C3A8-5DC6-5A03-4E06E5BD6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51D85-6826-075A-E2DD-716FBE57B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A66085-DC5D-ED87-50D6-6609036B9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002D5-A8B9-4663-693D-13244095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5C1A38-7DB7-27B3-EE2B-0FA8A1EA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0E241-9EDE-42DD-B32D-8D7A2595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82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3C722-C2C3-AD81-3B33-25237842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7C2B20-69F1-93CB-4468-49A7AC79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5AEDF-21FC-20A9-A97C-010FF736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A905B7-E5B8-FCA6-C612-AD126D9F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29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F24FB-A0D9-0867-6BDA-FAA10E8A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FC46-75DF-0D30-C8E5-88F2C536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C571C-B718-3EBF-2B95-85CEF876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04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56D2-DEB1-30AE-51E1-EE91F66C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EAE68-FA8B-41E2-E3FB-36A46A15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C4BCD-7C3D-22E6-24BE-7467A7592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3662B-AE05-9268-0E56-CD679C6B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6A849-17CD-A798-9990-6220B27F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D7318-CA5C-54BF-3E83-9C376735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738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8056-573E-5E0D-778E-4DE41CB9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09817-F19E-6A4F-5FF8-2F3D3AAF1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0419C-229C-2594-B804-6EA900883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8213C-4F0F-7E55-13F1-BAAD4095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548F3-EEE0-2CB0-0510-48D1CC2F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2A5B8-D47F-A235-0038-FCFC9CC9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69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7D78-8517-28DA-A27A-D8FFDBD25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457C4-E215-0637-C3AF-8C3D1FCBF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02C78-9EFE-DF28-A614-944782AD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652D1-928F-44A9-D700-AA5F4C04F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3B83E-DE60-62A4-DDC6-0166638E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24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510F1-7BC3-31D7-0266-19EAE7F79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19C68-55AF-AAF3-C65B-31A5C1D0E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AE636-CB51-D73D-DDB9-04342DEB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BDAD9-6500-E41D-1CBB-7FC9126F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68266-F247-C64C-3559-6A0C2444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8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916DC5-6480-E0BC-F1F7-D7E605F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A303-F574-AA86-3F6C-B592CDEE8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35D02-92E6-CE42-BFE8-8029C2A42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0A4AE-F6D4-1200-163D-1FE1D2E81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A569D-EF3A-0E41-7F3B-0EDD07E67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8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BRD</a:t>
            </a:r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4573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 which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960338"/>
            <a:ext cx="4981575" cy="3235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6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8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32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32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32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32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2545113"/>
            <a:ext cx="5190126" cy="2497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32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32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32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32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370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(Line/ Area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(Bar Chart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(Tree/ Heat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393</Words>
  <Application>Microsoft Office PowerPoint</Application>
  <PresentationFormat>Widescreen</PresentationFormat>
  <Paragraphs>32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Lato Black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Nishant Kulkarni</cp:lastModifiedBy>
  <cp:revision>16</cp:revision>
  <dcterms:created xsi:type="dcterms:W3CDTF">2023-10-07T01:44:58Z</dcterms:created>
  <dcterms:modified xsi:type="dcterms:W3CDTF">2026-01-21T07:24:32Z</dcterms:modified>
</cp:coreProperties>
</file>